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omni-doc-viewer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566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</a:rPr>
              <a:t>One viewer for PDF, Word, Excel &amp; PowerPoint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100% client-side - offline - no API keys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Supported formats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PDF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Word (.docx)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Excel (.xlsx / .xls)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PowerPoint (.pptx)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2026-08-31T11:15:20Z</dcterms:created>
  <dcterms:modified xsi:type="dcterms:W3CDTF">2026-08-31T11:15:20Z</dcterms:modified>
</cp:coreProperties>
</file>